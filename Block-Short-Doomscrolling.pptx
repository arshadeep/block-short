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f5e82c471e144bd" /><Relationship Type="http://schemas.openxmlformats.org/officeDocument/2006/relationships/extended-properties" Target="/docProps/app.xml" Id="R462da4308b1d49e8" /><Relationship Type="http://schemas.openxmlformats.org/officeDocument/2006/relationships/officeDocument" Target="/ppt/presentation.xml" Id="Rb21887da1cf540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9c74b316bb8455d"/>
  </p:sldMasterIdLst>
  <p:notesMasterIdLst>
    <p:notesMasterId xmlns:r="http://schemas.openxmlformats.org/officeDocument/2006/relationships" r:id="R97c6be76d66641b7"/>
  </p:notesMasterIdLst>
  <p:sldIdLst>
    <p:sldId xmlns:r="http://schemas.openxmlformats.org/officeDocument/2006/relationships" id="256" r:id="R818c8bc1b86e4ecf"/>
    <p:sldId xmlns:r="http://schemas.openxmlformats.org/officeDocument/2006/relationships" id="257" r:id="R1c934b9988db41e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9fc9594e2f045ac" /><Relationship Type="http://schemas.openxmlformats.org/officeDocument/2006/relationships/slideMaster" Target="/ppt/slideMasters/slideMaster1.xml" Id="R79c74b316bb8455d" /><Relationship Type="http://schemas.openxmlformats.org/officeDocument/2006/relationships/notesMaster" Target="/ppt/notesMasters/notesMaster1.xml" Id="R97c6be76d66641b7" /><Relationship Type="http://schemas.openxmlformats.org/officeDocument/2006/relationships/presProps" Target="/ppt/presProps.xml" Id="Re06bb68387994c5a" /><Relationship Type="http://schemas.openxmlformats.org/officeDocument/2006/relationships/tableStyles" Target="/ppt/tableStyles.xml" Id="Rf29caf1483034695" /><Relationship Type="http://schemas.openxmlformats.org/officeDocument/2006/relationships/slide" Target="/ppt/slides/slide1.xml" Id="R818c8bc1b86e4ecf" /><Relationship Type="http://schemas.openxmlformats.org/officeDocument/2006/relationships/slide" Target="/ppt/slides/slide2.xml" Id="R1c934b9988db41e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3fb7f496cae4b8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805c079e7c64f49" /><Relationship Type="http://schemas.openxmlformats.org/officeDocument/2006/relationships/notesMaster" Target="/ppt/notesMasters/notesMaster1.xml" Id="R19334244f68144f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58b21a46bfa487f" /><Relationship Type="http://schemas.openxmlformats.org/officeDocument/2006/relationships/notesMaster" Target="/ppt/notesMasters/notesMaster1.xml" Id="R36845a107882489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strongest defensible takeaway is not that every scroll causes harm. It is that habitual, especially night-time, use is repeatedly associated with poorer sleep and wellbeing.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https://pubmed.ncbi.nlm.nih.gov/36638702/</a:t>
            </a:r>
          </a:p>
          <a:p xmlns:a="http://schemas.openxmlformats.org/drawingml/2006/main">
            <a:r>
              <a:t>- https://pubmed.ncbi.nlm.nih.gov/36275044/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Block Short focuses on the addictive short-form surface instead of blocking the utility of the whole social app.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Block Short product implementation and README, local project, accessed 2026-08-09.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d4b790712f48e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dafa7a5dd5a4850" /><Relationship Type="http://schemas.openxmlformats.org/officeDocument/2006/relationships/slideLayout" Target="/ppt/slideLayouts/slideLayout1.xml" Id="R69d16e8b3ef742a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9d16e8b3ef742a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c5ab16a8384d90" /><Relationship Type="http://schemas.openxmlformats.org/officeDocument/2006/relationships/notesSlide" Target="/ppt/notesSlides/notesSlide1.xml" Id="R510cba2fff26431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f84eda16b64c9f" /><Relationship Type="http://schemas.openxmlformats.org/officeDocument/2006/relationships/notesSlide" Target="/ppt/notesSlides/notesSlide2.xml" Id="Rebc847e94d1b449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9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07969121-36CA-475A-9611-A478DA0A1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C806790B-F432-429A-AAF6-E5F73813C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9DAF40F1-9C7B-416F-848F-4CAC816D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3A7AC939-6F2F-4122-9787-AFCB5F3C6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405B3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FED49AF0-76D9-4E00-90BA-83CC04896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11610"/>
                </a:solidFill>
                <a:latin typeface="Helvetica Neue"/>
                <a:ea typeface="Helvetica Neue"/>
                <a:cs typeface="Helvetica Neue"/>
              </a:rPr>
              <a:t>The scroll does not end when the screen turns off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907494A8-8DD3-43FE-86A0-D3F8A461A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610"/>
                </a:solidFill>
                <a:latin typeface="Helvetica Neue"/>
                <a:ea typeface="Helvetica Neue"/>
                <a:cs typeface="Helvetica Neue"/>
              </a:rPr>
              <a:t>moderate- or high-quality studies synthesized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00985320-F296-4F8E-A2CC-EECBB495A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610"/>
                </a:solidFill>
                <a:latin typeface="Helvetica Neue"/>
                <a:ea typeface="Helvetica Neue"/>
                <a:cs typeface="Helvetica Neue"/>
              </a:rPr>
              <a:t>wellbeing associated with doomscrolling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7E17E0F6-8BB6-418C-96DD-AFF33CF61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610"/>
                </a:solidFill>
                <a:latin typeface="Helvetica Neue"/>
                <a:ea typeface="Helvetica Neue"/>
                <a:cs typeface="Helvetica Neue"/>
              </a:rPr>
              <a:t>bedtimes linked with night-time phone use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B08C2C7D-ACDB-4657-A4F9-06D51C919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D95F49"/>
                </a:solidFill>
                <a:latin typeface="Helvetica Neue"/>
                <a:ea typeface="Helvetica Neue"/>
                <a:cs typeface="Helvetica Neue"/>
              </a:rPr>
              <a:t>42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880031BB-97A3-49C3-9931-F028B6DA3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E98B27"/>
                </a:solidFill>
                <a:latin typeface="Helvetica Neue"/>
                <a:ea typeface="Helvetica Neue"/>
                <a:cs typeface="Helvetica Neue"/>
              </a:rPr>
              <a:t>Later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14D0AA13-9658-4669-A21D-7D9A6AFA7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405B3F"/>
                </a:solidFill>
                <a:latin typeface="Helvetica Neue"/>
                <a:ea typeface="Helvetica Neue"/>
                <a:cs typeface="Helvetica Neue"/>
              </a:rPr>
              <a:t>Lower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3146AD82-1AC8-46E1-8F33-F71F46178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D95F49"/>
                </a:solidFill>
                <a:latin typeface="Helvetica Neue"/>
                <a:ea typeface="Helvetica Neue"/>
                <a:cs typeface="Helvetica Neue"/>
              </a:rPr>
              <a:t>DOOMSCROLLING / THE HIDDEN COST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610"/>
                </a:solidFill>
                <a:latin typeface="Helvetica Neue"/>
                <a:ea typeface="Helvetica Neue"/>
                <a:cs typeface="Helvetica Neue"/>
              </a:rPr>
              <a:t>Night-time digital media use is associated with shorter sleep and poorer sleep quality. Doomscrolling is also associated with psychological distress and lower wellbeing. Most evidence is observational—association is not causation.</a:t>
            </a:r>
          </a:p>
        </p:txBody>
      </p:sp>
    </p:spTree>
    <p:extLst>
      <p:ext uri="{BB962C8B-B14F-4D97-AF65-F5344CB8AC3E}">
        <p14:creationId xmlns:p14="http://schemas.microsoft.com/office/powerpoint/2010/main" val="5042747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9FF0874C-8821-4D58-B08C-3FE2AEC44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405B3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CF131399-9DD6-4883-A8B6-59A6E18D4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405B3F"/>
                </a:solidFill>
                <a:latin typeface="Helvetica Neue"/>
                <a:ea typeface="Helvetica Neue"/>
                <a:cs typeface="Helvetica Neue"/>
              </a:rPr>
              <a:t>Block Short interrupts the loop—not the connection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DD348806-4378-482E-84BE-812B5D78A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D95F49"/>
                </a:solidFill>
                <a:latin typeface="Helvetica Neue"/>
                <a:ea typeface="Helvetica Neue"/>
                <a:cs typeface="Helvetica Neue"/>
              </a:rPr>
              <a:t>Hard Mode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610"/>
                </a:solidFill>
                <a:latin typeface="Helvetica Neue"/>
                <a:ea typeface="Helvetica Neue"/>
                <a:cs typeface="Helvetica Neue"/>
              </a:rPr>
              <a:t>Blocks Reels, Shorts and TikTok’s feed while keeping messages and social-app home screens accessible.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75872EC3-6EDC-4A69-A523-B398BC4C0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E98B27"/>
                </a:solidFill>
                <a:latin typeface="Helvetica Neue"/>
                <a:ea typeface="Helvetica Neue"/>
                <a:cs typeface="Helvetica Neue"/>
              </a:rPr>
              <a:t>Soft Mode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610"/>
                </a:solidFill>
                <a:latin typeface="Helvetica Neue"/>
                <a:ea typeface="Helvetica Neue"/>
                <a:cs typeface="Helvetica Neue"/>
              </a:rPr>
              <a:t>Counts scrolls, warns near the chosen limit, then pauses the feed before autopilot takes over.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196C2E48-CFB0-420F-A3B9-42CDCE17C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405B3F"/>
                </a:solidFill>
                <a:latin typeface="Helvetica Neue"/>
                <a:ea typeface="Helvetica Neue"/>
                <a:cs typeface="Helvetica Neue"/>
              </a:rPr>
              <a:t>Intentional friction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610"/>
                </a:solidFill>
                <a:latin typeface="Helvetica Neue"/>
                <a:ea typeface="Helvetica Neue"/>
                <a:cs typeface="Helvetica Neue"/>
              </a:rPr>
              <a:t>Exit immediately—or read an eight-second research note before choosing 5, 10 or 20 more scrolls.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6B56A0C4-430D-4054-94C5-8DE7ED8E2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610"/>
                </a:solidFill>
                <a:latin typeface="Helvetica Neue"/>
                <a:ea typeface="Helvetica Neue"/>
                <a:cs typeface="Helvetica Neue"/>
              </a:rPr>
              <a:t>Built to adapt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610"/>
                </a:solidFill>
                <a:latin typeface="Helvetica Neue"/>
                <a:ea typeface="Helvetica Neue"/>
                <a:cs typeface="Helvetica Neue"/>
              </a:rPr>
              <a:t>Time windows, streaks and insights today; future wearable and calendar signals can personalize limits.</a:t>
            </a:r>
          </a:p>
        </p:txBody>
      </p:sp>
    </p:spTree>
    <p:extLst>
      <p:ext uri="{BB962C8B-B14F-4D97-AF65-F5344CB8AC3E}">
        <p14:creationId xmlns:p14="http://schemas.microsoft.com/office/powerpoint/2010/main" val="5396915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2026-08-09T10:40:06.9770000Z</dcterms:created>
  <dcterms:modified xsi:type="dcterms:W3CDTF">2026-08-09T10:40:06.9770000Z</dcterms:modified>
</coreProperties>
</file>